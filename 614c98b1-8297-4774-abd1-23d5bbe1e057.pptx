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AFCF2-A4A2-3977-DCD9-20BE9A6F5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5F519-94D7-448B-BB29-D584C8FA6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A8C41-DF9A-D538-92E9-B98095C3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A6808-2CC0-0DC9-B5D3-E290AC33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3812-31BB-A361-946F-052DE0A3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50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7F34-9AD2-C04B-1B22-BF26A770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FFA2-3303-78F7-38D1-8E908E629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58BF5-C0BB-D536-BA59-EF44FADD2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144CE-A880-53C6-3659-86924EED1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BD11B-73B7-9070-05CD-7CC3EDB9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01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56D0C-60A0-8C2A-31C8-613EC3D1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04F92-835F-601A-33AD-381EDF08F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6FA27-EE9C-7A23-D492-D7F67EE4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E3517-347A-8B96-8554-05BDEBF56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F8717-4919-6F9A-4AAF-A51FF624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510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7EA6-F2AD-8FBB-88D1-3D3C07DF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533EA-9658-DF32-427D-F3BE590D3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5CB13-D68E-1AD2-CD99-775D395F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6D3CC-5A44-E4AF-64D5-ADEC14EE8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DBBF2-786E-DFCB-6A2F-F107A2EB1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2D200-7EF3-ABF0-855F-01C40D84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32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BFA39-F678-52A8-E0F8-F3C08EF70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9EF32-BEAF-4F3A-A2EF-79D04D756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096B9-98EA-589B-60AA-363DC90F8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A008AC-666E-04CA-EED0-B22699E882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5D32C-163D-C4B2-68CE-CB1BA7423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C67667-DC06-0CEA-DC85-F311679E6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DFC65F-900D-B289-7AC3-5FBCCD75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A906B1-837C-E343-B9B9-7AB7E0E27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3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DB2D5-C023-248E-FEEC-A1553CF70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79F299-9CE1-8A99-DBB4-8AC0FEE8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E0ECC-F1D0-FED1-C6CA-7635A589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A67DF-0009-F110-3784-55D35B79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378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C8EC8-0D53-6518-CDCC-25FEBDDC3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70C02-A493-2B7A-478D-D923417B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68CDA-B3CC-3C75-08C6-B0E97534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533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F980-9C64-ABA1-F6C0-A3F824B2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CCE6-1006-D3AD-B59D-DB4637345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9415D-4DB0-F133-F984-6C6368E33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72B0C-36F3-E762-134F-3C0F5AAF6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AAC46-2901-B58E-9125-0CAA7F5F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0D8DB-D843-F9A6-5F80-A2A099C2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01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EFDA0-AF5B-66DA-7F1D-29C3F1724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F0A939-A091-367D-2454-470655E5C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65C33-0370-3B2B-F59D-F5B7553C8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EA3B7-2450-F005-7F69-E44D6C66D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519DB-F0C5-5094-33B3-188541F10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21A96-37EF-2D2E-464A-98466B59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8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D24D5-F301-5AD6-0B63-6C374301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8C928-FC97-D023-F884-1ED95FF13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61DAB-4145-D343-4E4B-98BE7EC2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6F710-E451-DE7B-DC0A-D08732F26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2D738-F242-FD4E-0BCF-D2950A57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54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D2643-F245-9FA2-2D26-BE1D716225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6D29A-B55A-EAD0-2FF9-3961F067F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37739-CD96-7529-5556-92B38840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BB341-842A-D544-BA89-4C9DC6E9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1A9D7-D751-2171-A154-8416A0FC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5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9F51AD-5F7E-E2A9-FEFC-6869D67E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CDF5B-8E41-21B2-82EA-F867E74FE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547FF-569B-5578-D489-CDDE62B62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C683A-5397-44E7-8ECB-E32E433D4568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7A228-4FEE-3873-33DA-A157BB311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B34E5-0AEF-4622-BA5B-6033BD8CF9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5A359-80DF-48E8-BACC-652A4B17D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15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DE62-B969-E08A-C81B-0EC475226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93" y="-157797"/>
            <a:ext cx="9144000" cy="2387600"/>
          </a:xfrm>
        </p:spPr>
        <p:txBody>
          <a:bodyPr/>
          <a:lstStyle/>
          <a:p>
            <a:r>
              <a:rPr lang="en-US" dirty="0" err="1"/>
              <a:t>Sales_Prediction_Project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1C9F6-603D-67D1-7B18-F1A8DDBA5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80573" y="3111150"/>
            <a:ext cx="9144000" cy="1655762"/>
          </a:xfrm>
        </p:spPr>
        <p:txBody>
          <a:bodyPr/>
          <a:lstStyle/>
          <a:p>
            <a:r>
              <a:rPr lang="en-US" dirty="0"/>
              <a:t>Presented by </a:t>
            </a:r>
            <a:br>
              <a:rPr lang="en-US" dirty="0"/>
            </a:br>
            <a:r>
              <a:rPr lang="en-US" dirty="0"/>
              <a:t>Pranav 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5764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3FF0BC-7C53-C372-886E-2A7F47FA2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01" y="410967"/>
            <a:ext cx="11304998" cy="6359062"/>
          </a:xfrm>
        </p:spPr>
      </p:pic>
    </p:spTree>
    <p:extLst>
      <p:ext uri="{BB962C8B-B14F-4D97-AF65-F5344CB8AC3E}">
        <p14:creationId xmlns:p14="http://schemas.microsoft.com/office/powerpoint/2010/main" val="70618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943D4C-728F-FC6B-7966-F0F07D926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51" y="154544"/>
            <a:ext cx="10067606" cy="6548911"/>
          </a:xfrm>
        </p:spPr>
      </p:pic>
    </p:spTree>
    <p:extLst>
      <p:ext uri="{BB962C8B-B14F-4D97-AF65-F5344CB8AC3E}">
        <p14:creationId xmlns:p14="http://schemas.microsoft.com/office/powerpoint/2010/main" val="297998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F8E2F0-21FB-E9FB-B6FB-8979A4312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1" y="721895"/>
            <a:ext cx="10202326" cy="5657199"/>
          </a:xfrm>
        </p:spPr>
      </p:pic>
    </p:spTree>
    <p:extLst>
      <p:ext uri="{BB962C8B-B14F-4D97-AF65-F5344CB8AC3E}">
        <p14:creationId xmlns:p14="http://schemas.microsoft.com/office/powerpoint/2010/main" val="3130775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EAE89-F3C8-4C68-C484-D71BD37FCF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43" y="625641"/>
            <a:ext cx="10597415" cy="5755907"/>
          </a:xfrm>
        </p:spPr>
      </p:pic>
    </p:spTree>
    <p:extLst>
      <p:ext uri="{BB962C8B-B14F-4D97-AF65-F5344CB8AC3E}">
        <p14:creationId xmlns:p14="http://schemas.microsoft.com/office/powerpoint/2010/main" val="302402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4218D-E1AD-B988-6C47-2F74CBC7D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795" y="719403"/>
            <a:ext cx="9058243" cy="5419193"/>
          </a:xfrm>
        </p:spPr>
      </p:pic>
    </p:spTree>
    <p:extLst>
      <p:ext uri="{BB962C8B-B14F-4D97-AF65-F5344CB8AC3E}">
        <p14:creationId xmlns:p14="http://schemas.microsoft.com/office/powerpoint/2010/main" val="2318995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Widescreen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Sales_Prediction_Project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Vasundhara J</dc:creator>
  <cp:lastModifiedBy>Vasundhara J</cp:lastModifiedBy>
  <cp:revision>2</cp:revision>
  <dcterms:created xsi:type="dcterms:W3CDTF">2026-06-16T10:09:18Z</dcterms:created>
  <dcterms:modified xsi:type="dcterms:W3CDTF">2026-06-16T10:13:51Z</dcterms:modified>
</cp:coreProperties>
</file>